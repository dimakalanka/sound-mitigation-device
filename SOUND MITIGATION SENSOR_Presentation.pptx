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8" r:id="rId4"/>
    <p:sldId id="264" r:id="rId5"/>
    <p:sldId id="263" r:id="rId6"/>
    <p:sldId id="260" r:id="rId7"/>
    <p:sldId id="265" r:id="rId8"/>
    <p:sldId id="266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6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2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2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6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25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9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2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0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69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33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2916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55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34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2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D62C1-C9CD-44CC-BFCB-D3B27F6CF8FA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9F787CE-58D2-42D1-AE5F-62325C5C9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49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5828" y="1907930"/>
            <a:ext cx="8915399" cy="2262781"/>
          </a:xfrm>
        </p:spPr>
        <p:txBody>
          <a:bodyPr/>
          <a:lstStyle/>
          <a:p>
            <a:pPr algn="ctr"/>
            <a:r>
              <a:rPr lang="en-US" dirty="0" smtClean="0"/>
              <a:t>SOUND MITIGATION SENSOR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6409" y="4786173"/>
            <a:ext cx="4756638" cy="1705707"/>
          </a:xfrm>
        </p:spPr>
        <p:txBody>
          <a:bodyPr>
            <a:noAutofit/>
          </a:bodyPr>
          <a:lstStyle/>
          <a:p>
            <a:pPr algn="l"/>
            <a:endParaRPr lang="en-US" sz="2800" dirty="0" smtClean="0"/>
          </a:p>
          <a:p>
            <a:r>
              <a:rPr lang="en-US" sz="2000" dirty="0"/>
              <a:t>(</a:t>
            </a:r>
            <a:r>
              <a:rPr lang="en-US" sz="2000" dirty="0" smtClean="0"/>
              <a:t>E/20/019)APPUHAMY H.D.M.D </a:t>
            </a:r>
          </a:p>
          <a:p>
            <a:r>
              <a:rPr lang="en-US" sz="2000" dirty="0" smtClean="0"/>
              <a:t>(</a:t>
            </a:r>
            <a:r>
              <a:rPr lang="en-US" sz="2000" dirty="0"/>
              <a:t>E/20/011) </a:t>
            </a:r>
            <a:r>
              <a:rPr lang="en-US" sz="2000" dirty="0" smtClean="0"/>
              <a:t>AKALANKA </a:t>
            </a:r>
            <a:r>
              <a:rPr lang="en-US" sz="2000" dirty="0"/>
              <a:t>N.W.K.D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(E/20/253) MENDIS </a:t>
            </a:r>
            <a:r>
              <a:rPr lang="en-US" sz="2000" dirty="0"/>
              <a:t>A.W.E.R</a:t>
            </a:r>
            <a:r>
              <a:rPr lang="en-US" dirty="0" smtClean="0"/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320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1584" y="5806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Basically… the problem is!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113" y="2048060"/>
            <a:ext cx="6392526" cy="43702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361" y="1269057"/>
            <a:ext cx="569008" cy="7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4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32" y="573892"/>
            <a:ext cx="10515600" cy="1325563"/>
          </a:xfrm>
        </p:spPr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877778" y="1360976"/>
            <a:ext cx="2073997" cy="6594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PIR sensor input</a:t>
            </a:r>
            <a:endParaRPr lang="en-US" dirty="0"/>
          </a:p>
        </p:txBody>
      </p:sp>
      <p:sp>
        <p:nvSpPr>
          <p:cNvPr id="4" name="Diamond 3"/>
          <p:cNvSpPr/>
          <p:nvPr/>
        </p:nvSpPr>
        <p:spPr>
          <a:xfrm>
            <a:off x="4187332" y="2686539"/>
            <a:ext cx="3377713" cy="2771410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sound detector  receives an input exceeding threshold value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744805" y="3652176"/>
            <a:ext cx="1494693" cy="65942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Sound Output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358552" y="4123058"/>
            <a:ext cx="808892" cy="55000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072900" y="3797240"/>
            <a:ext cx="808892" cy="55000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11" name="Down Arrow 10"/>
          <p:cNvSpPr/>
          <p:nvPr/>
        </p:nvSpPr>
        <p:spPr>
          <a:xfrm>
            <a:off x="5742105" y="2103075"/>
            <a:ext cx="268166" cy="50995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7624395" y="3911109"/>
            <a:ext cx="2038351" cy="194900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Arrow 18"/>
          <p:cNvSpPr/>
          <p:nvPr/>
        </p:nvSpPr>
        <p:spPr>
          <a:xfrm rot="1664379">
            <a:off x="6800937" y="2583854"/>
            <a:ext cx="3642028" cy="251141"/>
          </a:xfrm>
          <a:prstGeom prst="lef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 Arrow 20"/>
          <p:cNvSpPr/>
          <p:nvPr/>
        </p:nvSpPr>
        <p:spPr>
          <a:xfrm>
            <a:off x="4054707" y="1469539"/>
            <a:ext cx="745893" cy="2434000"/>
          </a:xfrm>
          <a:prstGeom prst="ben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52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55" y="606525"/>
            <a:ext cx="8911687" cy="1280890"/>
          </a:xfrm>
        </p:spPr>
        <p:txBody>
          <a:bodyPr/>
          <a:lstStyle/>
          <a:p>
            <a:r>
              <a:rPr lang="en-US" dirty="0" smtClean="0"/>
              <a:t>Schematic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938" y="1487302"/>
            <a:ext cx="10287000" cy="450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0375" y="638612"/>
            <a:ext cx="7013331" cy="1235075"/>
          </a:xfrm>
        </p:spPr>
        <p:txBody>
          <a:bodyPr>
            <a:normAutofit/>
          </a:bodyPr>
          <a:lstStyle/>
          <a:p>
            <a:r>
              <a:rPr lang="en-US" dirty="0" smtClean="0"/>
              <a:t>Output from sound detector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608" y="4175094"/>
            <a:ext cx="4534301" cy="20444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831" y="1625482"/>
            <a:ext cx="4534301" cy="19645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996" y="1625482"/>
            <a:ext cx="4564673" cy="19645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02574" y="3590025"/>
            <a:ext cx="2479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 Noise signal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78670" y="6250586"/>
            <a:ext cx="312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Prolonged sound interrupt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251124" y="3590025"/>
            <a:ext cx="410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Instantaneous sound disturbance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8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808" y="2637549"/>
            <a:ext cx="8911687" cy="1280890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FF0000"/>
                </a:solidFill>
              </a:rPr>
              <a:t>Simulation Time…</a:t>
            </a:r>
            <a:endParaRPr lang="en-US" sz="6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81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9393" y="606525"/>
            <a:ext cx="8911687" cy="1280890"/>
          </a:xfrm>
        </p:spPr>
        <p:txBody>
          <a:bodyPr/>
          <a:lstStyle/>
          <a:p>
            <a:r>
              <a:rPr lang="en-US" dirty="0" smtClean="0"/>
              <a:t>Improvements pending…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062" y="1802153"/>
            <a:ext cx="5085861" cy="3156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98608" y="5125915"/>
            <a:ext cx="424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Band-pass filter to filter human voice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102" y="1871355"/>
            <a:ext cx="4460275" cy="3103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flipH="1">
            <a:off x="1742632" y="5125915"/>
            <a:ext cx="399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Targeted configuration using an   </a:t>
            </a:r>
            <a:r>
              <a:rPr lang="en-US" b="1" dirty="0" smtClean="0"/>
              <a:t>ANALOG SIGNAL INPUT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7598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778" y="439615"/>
            <a:ext cx="9722876" cy="575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32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76346" y="1591408"/>
            <a:ext cx="4941277" cy="3727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2707" y="2167547"/>
            <a:ext cx="4164623" cy="2404453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/>
              <a:t>Thank You!</a:t>
            </a:r>
            <a:br>
              <a:rPr lang="en-US" sz="4800" dirty="0" smtClean="0"/>
            </a:b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/>
              <a:t> </a:t>
            </a:r>
            <a:r>
              <a:rPr lang="en-US" sz="4800" dirty="0" smtClean="0"/>
              <a:t>Q&amp;A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71433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518</TotalTime>
  <Words>77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SOUND MITIGATION SENSOR</vt:lpstr>
      <vt:lpstr>Basically… the problem is!</vt:lpstr>
      <vt:lpstr>Algorithm</vt:lpstr>
      <vt:lpstr>Schematic</vt:lpstr>
      <vt:lpstr>Output from sound detector</vt:lpstr>
      <vt:lpstr>Simulation Time…</vt:lpstr>
      <vt:lpstr>Improvements pending…</vt:lpstr>
      <vt:lpstr>PowerPoint Presentation</vt:lpstr>
      <vt:lpstr>Thank You!  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MITIGATION SENSOR</dc:title>
  <dc:creator>Enuka Mendis</dc:creator>
  <cp:lastModifiedBy>Enuka Mendis</cp:lastModifiedBy>
  <cp:revision>13</cp:revision>
  <dcterms:created xsi:type="dcterms:W3CDTF">2025-01-28T04:02:29Z</dcterms:created>
  <dcterms:modified xsi:type="dcterms:W3CDTF">2025-01-29T10:47:28Z</dcterms:modified>
</cp:coreProperties>
</file>